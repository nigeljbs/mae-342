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2435-EDDF-2B83-2D1F-7B807F456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1C173-05CB-4440-D4A1-A73A60623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A1F8C-3E88-055F-C313-34DFE52A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AF6B3-CD9E-6CC9-F2A8-62C288BA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8CB3A-8CAC-83D6-C7B9-EAF7C638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7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10E6-C9A6-7F4A-89D3-CDD0D1FF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0A5F-50D7-4FF2-BA13-6570E7D05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D167B-E243-9973-E819-AEF6E79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6BCF-9E3B-2758-7146-E3634036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3CF82-CD34-5059-362B-1A0D90FE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B8E5-9736-16F1-EDEE-2244AA95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CB805-5FDB-73CD-E165-B7D1B6F6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1821-EAD1-103D-058A-A2E60D19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3BC72-D884-2445-881B-66DEEB49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F7375-CA43-8C4B-C303-F033585D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1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3008-5BC4-83DF-ED92-63E807E8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A943-0EBE-AAA2-2758-14A4C14B7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FB323-1E3D-772E-6632-BDBF263B9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8D507-C9D6-CF65-700E-E339AB6F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8DB45-5724-D51A-AEAF-D25C5786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EA90F-E2AE-39C0-23DA-19559804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7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BF60-96B0-B1D7-54CE-9070E3A3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7C86A-6FE0-ACE7-7C55-648B9C6BD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D220E-435D-98A0-F545-1F668D20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71ABD-0CCC-99B2-C4DE-9507635C2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A78FB-0ED0-F9B5-1920-BBC612A4A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622D5-AAAF-8757-AEC1-DB8016BC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206A0-1A38-513F-EBA6-FF9DC11B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71E70-9343-ACDE-403A-BC30E4F8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3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71A2-6F17-2D60-00EE-C74F0C4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30C3A-F155-1B98-7572-5F3D90D6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A6E38-1F1A-ACAB-8094-F9EE6E2F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E2C6C-5639-96CC-6CFB-A484DC66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6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4E4FC-AF4A-51DE-17B1-8E06715D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A2853-D366-3AFF-2B3B-BA6D1D961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40118-CCFC-92EC-5478-662D224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3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52FE-1FB2-672B-92BD-0BF72513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33A-9595-A47D-F071-40DAB012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47AC5-96ED-270E-7C1C-B8889D03B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524C8-4C2E-9AD3-ED59-B227D814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0D6B1-3886-4EBA-8F6F-564E71B4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1558A-74DC-0969-4520-6BC84D70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3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4094-258D-137C-AC66-0A0CA823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70890-B4FA-4713-A19E-342D4287A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4659B-D99B-45AD-DA10-F948B5306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406B2-FEC3-D53A-76B4-44011012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A847A-DC04-997E-62C1-B850D28F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1982E-8F5C-38FB-4DFC-16170F73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6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C079-AB44-DDF2-CD3D-99EE3B05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53F07-5D02-38DF-3B42-5C6366AB1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15E51-FC3A-0720-675A-21009679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5506D-8E52-AB9A-670F-1AC62EF2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E03D2-552B-DD89-1220-2520691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F5028-3186-E9C5-53A5-E658AC388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F1879-BBEA-65B1-7F22-42115BF98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0F72-A3AA-5F54-85C7-CC0EDCCC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E9F2-6212-F677-A337-AF5683C4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CE01B-989A-CBDC-6E9E-AC433D8A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9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766C5-323F-E2CF-E8DD-BEB46B29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CFF59-39DC-2154-4475-2B2260D02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55161-FD51-000A-A350-495919799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66628-B6B3-49C0-A69E-10C26CE2A3C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E31B-BF94-2CCE-35F6-986D01832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B5C44-F887-E327-EE8D-D2A734808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8A3E3-6854-4371-886C-F6274B69B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7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9B53-4356-A95E-E5AF-9A9607680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32169CEE-EE8C-85E7-D18D-ADC68A5C33D1}"/>
              </a:ext>
            </a:extLst>
          </p:cNvPr>
          <p:cNvGrpSpPr/>
          <p:nvPr/>
        </p:nvGrpSpPr>
        <p:grpSpPr>
          <a:xfrm>
            <a:off x="127138" y="260705"/>
            <a:ext cx="10903863" cy="5200966"/>
            <a:chOff x="127138" y="260705"/>
            <a:chExt cx="10903863" cy="520096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8CC2E0D-EBB0-4631-999F-ACEECAE63C61}"/>
                </a:ext>
              </a:extLst>
            </p:cNvPr>
            <p:cNvGrpSpPr/>
            <p:nvPr/>
          </p:nvGrpSpPr>
          <p:grpSpPr>
            <a:xfrm>
              <a:off x="127138" y="260705"/>
              <a:ext cx="10903863" cy="5200966"/>
              <a:chOff x="127138" y="260705"/>
              <a:chExt cx="10903863" cy="520096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4F7F75A-BE8D-1E4D-9892-BDFFDCC02784}"/>
                  </a:ext>
                </a:extLst>
              </p:cNvPr>
              <p:cNvSpPr>
                <a:spLocks/>
              </p:cNvSpPr>
              <p:nvPr/>
            </p:nvSpPr>
            <p:spPr>
              <a:xfrm rot="1787612">
                <a:off x="2725201" y="3329611"/>
                <a:ext cx="8305800" cy="5334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82FA32C-9AA6-FFB1-8495-A9C5DBA9D5BF}"/>
                  </a:ext>
                </a:extLst>
              </p:cNvPr>
              <p:cNvCxnSpPr/>
              <p:nvPr/>
            </p:nvCxnSpPr>
            <p:spPr>
              <a:xfrm flipV="1">
                <a:off x="5152574" y="2977634"/>
                <a:ext cx="0" cy="100111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3DC0ADE-A394-3054-EA5F-CF7C22ED6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4424" y="3161562"/>
                <a:ext cx="0" cy="976148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7623CDF7-4E65-2C2F-362E-19255344673F}"/>
                  </a:ext>
                </a:extLst>
              </p:cNvPr>
              <p:cNvCxnSpPr/>
              <p:nvPr/>
            </p:nvCxnSpPr>
            <p:spPr>
              <a:xfrm flipV="1">
                <a:off x="7198580" y="4137710"/>
                <a:ext cx="0" cy="100111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52FC93D-09E7-E078-EF6F-0AEB1F1B6A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9731" y="1198754"/>
                <a:ext cx="0" cy="976148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1182287-ACCE-C9C1-B61A-C25CBBEDD1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8051" y="1882661"/>
                <a:ext cx="0" cy="165669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2A3ED2F-2F44-5454-4C69-FB9305E2D886}"/>
                  </a:ext>
                </a:extLst>
              </p:cNvPr>
              <p:cNvGrpSpPr/>
              <p:nvPr/>
            </p:nvGrpSpPr>
            <p:grpSpPr>
              <a:xfrm rot="1888055">
                <a:off x="1859487" y="1119939"/>
                <a:ext cx="1471446" cy="0"/>
                <a:chOff x="471654" y="3429000"/>
                <a:chExt cx="1471446" cy="0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E647B755-196D-05EE-9AD8-61FE64EB3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9743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9EDCC2A5-88B4-E598-E382-AD64B36C09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654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F5BDB8-CC35-2B41-E745-57A9994BA9BA}"/>
                  </a:ext>
                </a:extLst>
              </p:cNvPr>
              <p:cNvSpPr txBox="1"/>
              <p:nvPr/>
            </p:nvSpPr>
            <p:spPr>
              <a:xfrm>
                <a:off x="2153701" y="434845"/>
                <a:ext cx="29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D129898-26FA-AD42-4777-215F5BAAF51D}"/>
                      </a:ext>
                    </a:extLst>
                  </p:cNvPr>
                  <p:cNvSpPr txBox="1"/>
                  <p:nvPr/>
                </p:nvSpPr>
                <p:spPr>
                  <a:xfrm>
                    <a:off x="4692415" y="3909693"/>
                    <a:ext cx="920317" cy="391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𝑆𝑝𝑟𝑖𝑛𝑔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D129898-26FA-AD42-4777-215F5BAAF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2415" y="3909693"/>
                    <a:ext cx="920317" cy="39190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2B87BC-7837-B698-C900-66CF80110A63}"/>
                      </a:ext>
                    </a:extLst>
                  </p:cNvPr>
                  <p:cNvSpPr txBox="1"/>
                  <p:nvPr/>
                </p:nvSpPr>
                <p:spPr>
                  <a:xfrm>
                    <a:off x="6738423" y="5069769"/>
                    <a:ext cx="920317" cy="391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𝑆𝑝𝑟𝑖𝑛𝑔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2B87BC-7837-B698-C900-66CF80110A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8423" y="5069769"/>
                    <a:ext cx="920317" cy="39190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3CE4549-CC68-987C-81C3-AEF4EBCE5AB0}"/>
                      </a:ext>
                    </a:extLst>
                  </p:cNvPr>
                  <p:cNvSpPr txBox="1"/>
                  <p:nvPr/>
                </p:nvSpPr>
                <p:spPr>
                  <a:xfrm>
                    <a:off x="4355513" y="964825"/>
                    <a:ext cx="596445" cy="3912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𝐴𝑦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3CE4549-CC68-987C-81C3-AEF4EBCE5A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5513" y="964825"/>
                    <a:ext cx="596445" cy="3912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222A5CD-033A-12DA-F9C3-7F483F38C0F6}"/>
                      </a:ext>
                    </a:extLst>
                  </p:cNvPr>
                  <p:cNvSpPr txBox="1"/>
                  <p:nvPr/>
                </p:nvSpPr>
                <p:spPr>
                  <a:xfrm>
                    <a:off x="7862320" y="2914616"/>
                    <a:ext cx="609526" cy="3912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𝐵𝑦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222A5CD-033A-12DA-F9C3-7F483F38C0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62320" y="2914616"/>
                    <a:ext cx="609526" cy="39126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9B9959D-9C2E-4095-44DC-29DF8F2DC285}"/>
                      </a:ext>
                    </a:extLst>
                  </p:cNvPr>
                  <p:cNvSpPr txBox="1"/>
                  <p:nvPr/>
                </p:nvSpPr>
                <p:spPr>
                  <a:xfrm>
                    <a:off x="2382438" y="2058710"/>
                    <a:ext cx="8402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𝐶h𝑎𝑖𝑛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9B9959D-9C2E-4095-44DC-29DF8F2DC2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2438" y="2058710"/>
                    <a:ext cx="84029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26EC76A-AEA6-4E1F-D763-0185C6BBFFDC}"/>
                  </a:ext>
                </a:extLst>
              </p:cNvPr>
              <p:cNvGrpSpPr/>
              <p:nvPr/>
            </p:nvGrpSpPr>
            <p:grpSpPr>
              <a:xfrm>
                <a:off x="127138" y="260705"/>
                <a:ext cx="1195466" cy="1307381"/>
                <a:chOff x="294375" y="212678"/>
                <a:chExt cx="1195466" cy="1307381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FC19DF7F-7BF2-E486-9EEB-23AF66A046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4986" y="906517"/>
                  <a:ext cx="614855" cy="34684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4D3A10FA-655B-6C7D-7C18-B1F80B1AD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3379" y="225972"/>
                  <a:ext cx="0" cy="680545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63B5DD-D785-B6AF-C758-60DEDA2AB8AD}"/>
                    </a:ext>
                  </a:extLst>
                </p:cNvPr>
                <p:cNvSpPr txBox="1"/>
                <p:nvPr/>
              </p:nvSpPr>
              <p:spPr>
                <a:xfrm>
                  <a:off x="1098332" y="1150727"/>
                  <a:ext cx="2952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91D30C3-BB2F-00ED-A4E8-A93F7316DBD1}"/>
                    </a:ext>
                  </a:extLst>
                </p:cNvPr>
                <p:cNvSpPr txBox="1"/>
                <p:nvPr/>
              </p:nvSpPr>
              <p:spPr>
                <a:xfrm>
                  <a:off x="542106" y="21267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512450D3-6275-7D3D-159E-9F95C9B22A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8247" y="926536"/>
                  <a:ext cx="346839" cy="43134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4ECA816-C199-9CDE-1C26-00E6DCB56B41}"/>
                    </a:ext>
                  </a:extLst>
                </p:cNvPr>
                <p:cNvSpPr txBox="1"/>
                <p:nvPr/>
              </p:nvSpPr>
              <p:spPr>
                <a:xfrm>
                  <a:off x="294375" y="966061"/>
                  <a:ext cx="2952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</a:p>
              </p:txBody>
            </p:sp>
          </p:grp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EDD127E-0F00-BCA4-834F-ABEAA5B9B7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98082" y="3649636"/>
                <a:ext cx="549614" cy="935808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A725CD3-BB75-8D58-D71B-E14A7F2C876D}"/>
                      </a:ext>
                    </a:extLst>
                  </p:cNvPr>
                  <p:cNvSpPr txBox="1"/>
                  <p:nvPr/>
                </p:nvSpPr>
                <p:spPr>
                  <a:xfrm>
                    <a:off x="5312939" y="4503410"/>
                    <a:ext cx="9405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𝑅𝑜𝑐𝑘𝑒𝑟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A725CD3-BB75-8D58-D71B-E14A7F2C8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2939" y="4503410"/>
                    <a:ext cx="94051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93F8CBC-8240-3B53-BBB9-7EF5F82515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9192" y="1432257"/>
                <a:ext cx="596518" cy="742645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BD8CB8B3-77F8-4C95-2FEF-DB298F417B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9314" y="3419545"/>
                <a:ext cx="596518" cy="742645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B3F27EA3-E162-FE7E-9D7F-DC8AFCEFB3C5}"/>
                      </a:ext>
                    </a:extLst>
                  </p:cNvPr>
                  <p:cNvSpPr txBox="1"/>
                  <p:nvPr/>
                </p:nvSpPr>
                <p:spPr>
                  <a:xfrm>
                    <a:off x="5638894" y="1432257"/>
                    <a:ext cx="5784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𝐴𝑧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B3F27EA3-E162-FE7E-9D7F-DC8AFCEFB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8894" y="1432257"/>
                    <a:ext cx="57842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3EA3655E-E40C-16AF-E0DD-75D3BE399E93}"/>
                      </a:ext>
                    </a:extLst>
                  </p:cNvPr>
                  <p:cNvSpPr txBox="1"/>
                  <p:nvPr/>
                </p:nvSpPr>
                <p:spPr>
                  <a:xfrm>
                    <a:off x="9143595" y="3429000"/>
                    <a:ext cx="59150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𝐵𝑧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3EA3655E-E40C-16AF-E0DD-75D3BE399E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3595" y="3429000"/>
                    <a:ext cx="59150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F951CCF-7D26-AB96-E859-554EC0CBB9C3}"/>
                  </a:ext>
                </a:extLst>
              </p:cNvPr>
              <p:cNvGrpSpPr/>
              <p:nvPr/>
            </p:nvGrpSpPr>
            <p:grpSpPr>
              <a:xfrm rot="12564356">
                <a:off x="5304208" y="2874529"/>
                <a:ext cx="851114" cy="73776"/>
                <a:chOff x="471654" y="3429000"/>
                <a:chExt cx="1471446" cy="0"/>
              </a:xfrm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43133389-8B19-F3E8-60BD-DEC91A067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9743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3728D768-99B6-D205-6FE8-D8183D57B6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654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C13A4F1-54DF-3451-607B-4C052F92BA5C}"/>
                  </a:ext>
                </a:extLst>
              </p:cNvPr>
              <p:cNvGrpSpPr/>
              <p:nvPr/>
            </p:nvGrpSpPr>
            <p:grpSpPr>
              <a:xfrm rot="12564356">
                <a:off x="7365945" y="4029174"/>
                <a:ext cx="851114" cy="73776"/>
                <a:chOff x="471654" y="3429000"/>
                <a:chExt cx="1471446" cy="0"/>
              </a:xfrm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4ED54A13-4138-A32C-59C8-4782C4A15A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9743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313E993B-D96F-2D1F-CD5A-E77B2C5FB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654" y="3429000"/>
                  <a:ext cx="1253357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56293876-7E17-E9B6-4175-C8A48B5D6084}"/>
                      </a:ext>
                    </a:extLst>
                  </p:cNvPr>
                  <p:cNvSpPr txBox="1"/>
                  <p:nvPr/>
                </p:nvSpPr>
                <p:spPr>
                  <a:xfrm>
                    <a:off x="6046329" y="3068365"/>
                    <a:ext cx="917559" cy="391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𝑆𝑝𝑟𝑖𝑛𝑔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56293876-7E17-E9B6-4175-C8A48B5D60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6329" y="3068365"/>
                    <a:ext cx="917559" cy="39190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87DB28E-F1FF-B83A-36EE-49FA53D07807}"/>
                      </a:ext>
                    </a:extLst>
                  </p:cNvPr>
                  <p:cNvSpPr txBox="1"/>
                  <p:nvPr/>
                </p:nvSpPr>
                <p:spPr>
                  <a:xfrm>
                    <a:off x="8049465" y="4264822"/>
                    <a:ext cx="917559" cy="391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𝑆𝑝𝑟𝑖𝑛𝑔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87DB28E-F1FF-B83A-36EE-49FA53D07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9465" y="4264822"/>
                    <a:ext cx="917559" cy="39190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93EB268-7381-C88B-C59F-5587584B1114}"/>
                </a:ext>
              </a:extLst>
            </p:cNvPr>
            <p:cNvSpPr txBox="1"/>
            <p:nvPr/>
          </p:nvSpPr>
          <p:spPr>
            <a:xfrm>
              <a:off x="5177316" y="2008587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6796431-9321-8BC4-2EC0-F65E5D63778B}"/>
                </a:ext>
              </a:extLst>
            </p:cNvPr>
            <p:cNvSpPr txBox="1"/>
            <p:nvPr/>
          </p:nvSpPr>
          <p:spPr>
            <a:xfrm>
              <a:off x="5209018" y="3121717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3C070B-E61F-39EA-6346-8D0E07CE2D9B}"/>
                </a:ext>
              </a:extLst>
            </p:cNvPr>
            <p:cNvSpPr txBox="1"/>
            <p:nvPr/>
          </p:nvSpPr>
          <p:spPr>
            <a:xfrm>
              <a:off x="6348632" y="3725027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738233-839D-E014-6E11-22AEA86E64AC}"/>
                </a:ext>
              </a:extLst>
            </p:cNvPr>
            <p:cNvSpPr txBox="1"/>
            <p:nvPr/>
          </p:nvSpPr>
          <p:spPr>
            <a:xfrm>
              <a:off x="7334610" y="43295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1592CCF-BFBF-149B-7E3E-28F48E38F0D3}"/>
                </a:ext>
              </a:extLst>
            </p:cNvPr>
            <p:cNvSpPr txBox="1"/>
            <p:nvPr/>
          </p:nvSpPr>
          <p:spPr>
            <a:xfrm>
              <a:off x="8710730" y="402884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1404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Cosby (Student)</dc:creator>
  <cp:lastModifiedBy>J Cosby (Student)</cp:lastModifiedBy>
  <cp:revision>2</cp:revision>
  <dcterms:created xsi:type="dcterms:W3CDTF">2026-03-22T20:48:35Z</dcterms:created>
  <dcterms:modified xsi:type="dcterms:W3CDTF">2026-03-26T02:17:09Z</dcterms:modified>
</cp:coreProperties>
</file>